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Arial Bold" charset="1" panose="020B0704020202020204"/>
      <p:regular r:id="rId7"/>
    </p:embeddedFont>
    <p:embeddedFont>
      <p:font typeface="Arial" charset="1" panose="020B0604020202020204"/>
      <p:regular r:id="rId8"/>
    </p:embeddedFont>
    <p:embeddedFont>
      <p:font typeface="Arial Italics" charset="1" panose="020B060402020209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486" y="104994"/>
            <a:ext cx="8843810" cy="244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3"/>
              </a:lnSpc>
            </a:pPr>
            <a:r>
              <a:rPr lang="en-US" sz="1761" b="true">
                <a:solidFill>
                  <a:srgbClr val="142337"/>
                </a:solidFill>
                <a:latin typeface="Arial Bold"/>
                <a:ea typeface="Arial Bold"/>
                <a:cs typeface="Arial Bold"/>
                <a:sym typeface="Arial Bold"/>
              </a:rPr>
              <a:t>Hospital Management System — UML Class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10235" y="438845"/>
            <a:ext cx="1738312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"/>
              </a:lnSpc>
            </a:pPr>
            <a:r>
              <a:rPr lang="en-US" sz="800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Group Project  •  ULK  •  October 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6741" y="909018"/>
            <a:ext cx="2391499" cy="1586198"/>
            <a:chOff x="0" y="0"/>
            <a:chExt cx="3188665" cy="2114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88716" cy="2114931"/>
            </a:xfrm>
            <a:custGeom>
              <a:avLst/>
              <a:gdLst/>
              <a:ahLst/>
              <a:cxnLst/>
              <a:rect r="r" b="b" t="t" l="l"/>
              <a:pathLst>
                <a:path h="2114931" w="3188716">
                  <a:moveTo>
                    <a:pt x="0" y="0"/>
                  </a:moveTo>
                  <a:lnTo>
                    <a:pt x="3188716" y="0"/>
                  </a:lnTo>
                  <a:lnTo>
                    <a:pt x="3188716" y="2114931"/>
                  </a:lnTo>
                  <a:lnTo>
                    <a:pt x="0" y="2114931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90293" y="912571"/>
            <a:ext cx="2384384" cy="295888"/>
            <a:chOff x="0" y="0"/>
            <a:chExt cx="3179178" cy="3945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9191" cy="394476"/>
            </a:xfrm>
            <a:custGeom>
              <a:avLst/>
              <a:gdLst/>
              <a:ahLst/>
              <a:cxnLst/>
              <a:rect r="r" b="b" t="t" l="l"/>
              <a:pathLst>
                <a:path h="394476" w="3179191">
                  <a:moveTo>
                    <a:pt x="0" y="0"/>
                  </a:moveTo>
                  <a:lnTo>
                    <a:pt x="3179191" y="0"/>
                  </a:lnTo>
                  <a:lnTo>
                    <a:pt x="3179191" y="394476"/>
                  </a:lnTo>
                  <a:lnTo>
                    <a:pt x="0" y="3944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35" r="0" b="-102434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179178" cy="404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sz="1040" b="true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Hospital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2837" y="1965665"/>
            <a:ext cx="2379297" cy="8782"/>
            <a:chOff x="0" y="0"/>
            <a:chExt cx="3172396" cy="117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2460" cy="11684"/>
            </a:xfrm>
            <a:custGeom>
              <a:avLst/>
              <a:gdLst/>
              <a:ahLst/>
              <a:cxnLst/>
              <a:rect r="r" b="b" t="t" l="l"/>
              <a:pathLst>
                <a:path h="11684" w="3172460">
                  <a:moveTo>
                    <a:pt x="0" y="0"/>
                  </a:moveTo>
                  <a:lnTo>
                    <a:pt x="3172460" y="0"/>
                  </a:lnTo>
                  <a:lnTo>
                    <a:pt x="3172460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80686" y="1213066"/>
            <a:ext cx="221823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hospitalId: int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name: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address: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phone: String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686" y="2000069"/>
            <a:ext cx="2218239" cy="4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addDepartment()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registerPatient()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generateReport()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471339" y="564928"/>
            <a:ext cx="2391499" cy="1952244"/>
            <a:chOff x="0" y="0"/>
            <a:chExt cx="3188665" cy="2602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88716" cy="2602992"/>
            </a:xfrm>
            <a:custGeom>
              <a:avLst/>
              <a:gdLst/>
              <a:ahLst/>
              <a:cxnLst/>
              <a:rect r="r" b="b" t="t" l="l"/>
              <a:pathLst>
                <a:path h="2602992" w="3188716">
                  <a:moveTo>
                    <a:pt x="0" y="0"/>
                  </a:moveTo>
                  <a:lnTo>
                    <a:pt x="3188716" y="0"/>
                  </a:lnTo>
                  <a:lnTo>
                    <a:pt x="3188716" y="2602992"/>
                  </a:lnTo>
                  <a:lnTo>
                    <a:pt x="0" y="2602992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474891" y="568490"/>
            <a:ext cx="2384384" cy="268634"/>
            <a:chOff x="0" y="0"/>
            <a:chExt cx="3179178" cy="3581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79191" cy="358140"/>
            </a:xfrm>
            <a:custGeom>
              <a:avLst/>
              <a:gdLst/>
              <a:ahLst/>
              <a:cxnLst/>
              <a:rect r="r" b="b" t="t" l="l"/>
              <a:pathLst>
                <a:path h="358140" w="3179191">
                  <a:moveTo>
                    <a:pt x="0" y="0"/>
                  </a:moveTo>
                  <a:lnTo>
                    <a:pt x="3179191" y="0"/>
                  </a:lnTo>
                  <a:lnTo>
                    <a:pt x="3179191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61" r="0" b="-122972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179178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Patient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77435" y="2069154"/>
            <a:ext cx="2379297" cy="8782"/>
            <a:chOff x="0" y="0"/>
            <a:chExt cx="3172396" cy="117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2460" cy="11684"/>
            </a:xfrm>
            <a:custGeom>
              <a:avLst/>
              <a:gdLst/>
              <a:ahLst/>
              <a:cxnLst/>
              <a:rect r="r" b="b" t="t" l="l"/>
              <a:pathLst>
                <a:path h="11684" w="3172460">
                  <a:moveTo>
                    <a:pt x="0" y="0"/>
                  </a:moveTo>
                  <a:lnTo>
                    <a:pt x="3172460" y="0"/>
                  </a:lnTo>
                  <a:lnTo>
                    <a:pt x="3172460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550801" y="838969"/>
            <a:ext cx="2508578" cy="120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3"/>
              </a:lnSpc>
            </a:pPr>
            <a:r>
              <a:rPr lang="en-US" sz="1169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patientId: int</a:t>
            </a:r>
          </a:p>
          <a:p>
            <a:pPr algn="l">
              <a:lnSpc>
                <a:spcPts val="1403"/>
              </a:lnSpc>
            </a:pPr>
            <a:r>
              <a:rPr lang="en-US" sz="1169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fullName: String</a:t>
            </a:r>
          </a:p>
          <a:p>
            <a:pPr algn="l">
              <a:lnSpc>
                <a:spcPts val="1403"/>
              </a:lnSpc>
            </a:pPr>
            <a:r>
              <a:rPr lang="en-US" sz="1169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dateOfBirth: Date</a:t>
            </a:r>
          </a:p>
          <a:p>
            <a:pPr algn="l">
              <a:lnSpc>
                <a:spcPts val="1403"/>
              </a:lnSpc>
            </a:pPr>
            <a:r>
              <a:rPr lang="en-US" sz="1169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gender: String</a:t>
            </a:r>
          </a:p>
          <a:p>
            <a:pPr algn="l">
              <a:lnSpc>
                <a:spcPts val="1403"/>
              </a:lnSpc>
            </a:pPr>
            <a:r>
              <a:rPr lang="en-US" sz="1169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phone: String</a:t>
            </a:r>
          </a:p>
          <a:p>
            <a:pPr algn="l">
              <a:lnSpc>
                <a:spcPts val="1403"/>
              </a:lnSpc>
            </a:pPr>
            <a:r>
              <a:rPr lang="en-US" sz="1169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email: String</a:t>
            </a:r>
          </a:p>
          <a:p>
            <a:pPr algn="l">
              <a:lnSpc>
                <a:spcPts val="1403"/>
              </a:lnSpc>
            </a:pPr>
            <a:r>
              <a:rPr lang="en-US" sz="1169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address: String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65284" y="2103558"/>
            <a:ext cx="2218239" cy="39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register()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bookAppointment()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viewMedicalRecord()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765750" y="909018"/>
            <a:ext cx="2428103" cy="1586198"/>
            <a:chOff x="0" y="0"/>
            <a:chExt cx="3237471" cy="21149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7484" cy="2114931"/>
            </a:xfrm>
            <a:custGeom>
              <a:avLst/>
              <a:gdLst/>
              <a:ahLst/>
              <a:cxnLst/>
              <a:rect r="r" b="b" t="t" l="l"/>
              <a:pathLst>
                <a:path h="2114931" w="3237484">
                  <a:moveTo>
                    <a:pt x="0" y="0"/>
                  </a:moveTo>
                  <a:lnTo>
                    <a:pt x="3237484" y="0"/>
                  </a:lnTo>
                  <a:lnTo>
                    <a:pt x="3237484" y="2114931"/>
                  </a:lnTo>
                  <a:lnTo>
                    <a:pt x="0" y="2114931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769313" y="912571"/>
            <a:ext cx="2420988" cy="268634"/>
            <a:chOff x="0" y="0"/>
            <a:chExt cx="3227984" cy="3581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27959" cy="358140"/>
            </a:xfrm>
            <a:custGeom>
              <a:avLst/>
              <a:gdLst/>
              <a:ahLst/>
              <a:cxnLst/>
              <a:rect r="r" b="b" t="t" l="l"/>
              <a:pathLst>
                <a:path h="358140" w="3227959">
                  <a:moveTo>
                    <a:pt x="0" y="0"/>
                  </a:moveTo>
                  <a:lnTo>
                    <a:pt x="3227959" y="0"/>
                  </a:lnTo>
                  <a:lnTo>
                    <a:pt x="3227959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617" r="0" b="-125627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227984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MedicalRecord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71846" y="1965665"/>
            <a:ext cx="2415902" cy="8782"/>
            <a:chOff x="0" y="0"/>
            <a:chExt cx="3221203" cy="117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21228" cy="11684"/>
            </a:xfrm>
            <a:custGeom>
              <a:avLst/>
              <a:gdLst/>
              <a:ahLst/>
              <a:cxnLst/>
              <a:rect r="r" b="b" t="t" l="l"/>
              <a:pathLst>
                <a:path h="11684" w="3221228">
                  <a:moveTo>
                    <a:pt x="0" y="0"/>
                  </a:moveTo>
                  <a:lnTo>
                    <a:pt x="3221228" y="0"/>
                  </a:lnTo>
                  <a:lnTo>
                    <a:pt x="3221228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859705" y="1213066"/>
            <a:ext cx="225484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recordId: int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diagnosis: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treatment: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createdDate: Date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59705" y="2000069"/>
            <a:ext cx="2254844" cy="4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updateDiagnosis()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addTreatment()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viewHistory()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6741" y="3032084"/>
            <a:ext cx="2391499" cy="1366571"/>
            <a:chOff x="0" y="0"/>
            <a:chExt cx="3188665" cy="18220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88716" cy="1822069"/>
            </a:xfrm>
            <a:custGeom>
              <a:avLst/>
              <a:gdLst/>
              <a:ahLst/>
              <a:cxnLst/>
              <a:rect r="r" b="b" t="t" l="l"/>
              <a:pathLst>
                <a:path h="1822069" w="3188716">
                  <a:moveTo>
                    <a:pt x="0" y="0"/>
                  </a:moveTo>
                  <a:lnTo>
                    <a:pt x="3188716" y="0"/>
                  </a:lnTo>
                  <a:lnTo>
                    <a:pt x="3188716" y="1822069"/>
                  </a:lnTo>
                  <a:lnTo>
                    <a:pt x="0" y="1822069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290293" y="3035637"/>
            <a:ext cx="2384384" cy="268634"/>
            <a:chOff x="0" y="0"/>
            <a:chExt cx="3179178" cy="3581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79191" cy="358140"/>
            </a:xfrm>
            <a:custGeom>
              <a:avLst/>
              <a:gdLst/>
              <a:ahLst/>
              <a:cxnLst/>
              <a:rect r="r" b="b" t="t" l="l"/>
              <a:pathLst>
                <a:path h="358140" w="3179191">
                  <a:moveTo>
                    <a:pt x="0" y="0"/>
                  </a:moveTo>
                  <a:lnTo>
                    <a:pt x="3179191" y="0"/>
                  </a:lnTo>
                  <a:lnTo>
                    <a:pt x="3179191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61" r="0" b="-122972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179178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Department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92837" y="3978916"/>
            <a:ext cx="2379297" cy="8782"/>
            <a:chOff x="0" y="0"/>
            <a:chExt cx="3172396" cy="117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72460" cy="11684"/>
            </a:xfrm>
            <a:custGeom>
              <a:avLst/>
              <a:gdLst/>
              <a:ahLst/>
              <a:cxnLst/>
              <a:rect r="r" b="b" t="t" l="l"/>
              <a:pathLst>
                <a:path h="11684" w="3172460">
                  <a:moveTo>
                    <a:pt x="0" y="0"/>
                  </a:moveTo>
                  <a:lnTo>
                    <a:pt x="3172460" y="0"/>
                  </a:lnTo>
                  <a:lnTo>
                    <a:pt x="3172460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80686" y="3326606"/>
            <a:ext cx="221823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3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deptId: int</a:t>
            </a:r>
          </a:p>
          <a:p>
            <a:pPr algn="l">
              <a:lnSpc>
                <a:spcPts val="1613"/>
              </a:lnSpc>
            </a:pPr>
            <a:r>
              <a:rPr lang="en-US" sz="13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name: String</a:t>
            </a:r>
          </a:p>
          <a:p>
            <a:pPr algn="l">
              <a:lnSpc>
                <a:spcPts val="1613"/>
              </a:lnSpc>
            </a:pPr>
            <a:r>
              <a:rPr lang="en-US" sz="13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location: String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0686" y="4013321"/>
            <a:ext cx="2218239" cy="36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addDoctor()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addRoom()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3471339" y="2958875"/>
            <a:ext cx="2391499" cy="1622803"/>
            <a:chOff x="0" y="0"/>
            <a:chExt cx="3188665" cy="21637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88716" cy="2163699"/>
            </a:xfrm>
            <a:custGeom>
              <a:avLst/>
              <a:gdLst/>
              <a:ahLst/>
              <a:cxnLst/>
              <a:rect r="r" b="b" t="t" l="l"/>
              <a:pathLst>
                <a:path h="2163699" w="3188716">
                  <a:moveTo>
                    <a:pt x="0" y="0"/>
                  </a:moveTo>
                  <a:lnTo>
                    <a:pt x="3188716" y="0"/>
                  </a:lnTo>
                  <a:lnTo>
                    <a:pt x="3188716" y="2163699"/>
                  </a:lnTo>
                  <a:lnTo>
                    <a:pt x="0" y="2163699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474891" y="2962427"/>
            <a:ext cx="2384384" cy="268634"/>
            <a:chOff x="0" y="0"/>
            <a:chExt cx="3179178" cy="35817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79191" cy="358140"/>
            </a:xfrm>
            <a:custGeom>
              <a:avLst/>
              <a:gdLst/>
              <a:ahLst/>
              <a:cxnLst/>
              <a:rect r="r" b="b" t="t" l="l"/>
              <a:pathLst>
                <a:path h="358140" w="3179191">
                  <a:moveTo>
                    <a:pt x="0" y="0"/>
                  </a:moveTo>
                  <a:lnTo>
                    <a:pt x="3179191" y="0"/>
                  </a:lnTo>
                  <a:lnTo>
                    <a:pt x="3179191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61" r="0" b="-122972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179178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Appointment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477435" y="4033828"/>
            <a:ext cx="2379297" cy="8782"/>
            <a:chOff x="0" y="0"/>
            <a:chExt cx="3172396" cy="1170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72460" cy="11684"/>
            </a:xfrm>
            <a:custGeom>
              <a:avLst/>
              <a:gdLst/>
              <a:ahLst/>
              <a:cxnLst/>
              <a:rect r="r" b="b" t="t" l="l"/>
              <a:pathLst>
                <a:path h="11684" w="3172460">
                  <a:moveTo>
                    <a:pt x="0" y="0"/>
                  </a:moveTo>
                  <a:lnTo>
                    <a:pt x="3172460" y="0"/>
                  </a:lnTo>
                  <a:lnTo>
                    <a:pt x="3172460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3565284" y="3250111"/>
            <a:ext cx="2130011" cy="78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9"/>
              </a:lnSpc>
            </a:pPr>
            <a:r>
              <a:rPr lang="en-US" sz="1291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appointmentId: int</a:t>
            </a:r>
          </a:p>
          <a:p>
            <a:pPr algn="l">
              <a:lnSpc>
                <a:spcPts val="1549"/>
              </a:lnSpc>
            </a:pPr>
            <a:r>
              <a:rPr lang="en-US" sz="1291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appointmentDate: Date</a:t>
            </a:r>
          </a:p>
          <a:p>
            <a:pPr algn="l">
              <a:lnSpc>
                <a:spcPts val="1549"/>
              </a:lnSpc>
            </a:pPr>
            <a:r>
              <a:rPr lang="en-US" sz="1291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appointmentTime: Time</a:t>
            </a:r>
          </a:p>
          <a:p>
            <a:pPr algn="l">
              <a:lnSpc>
                <a:spcPts val="1549"/>
              </a:lnSpc>
            </a:pPr>
            <a:r>
              <a:rPr lang="en-US" sz="1291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status: String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65284" y="4068223"/>
            <a:ext cx="2218239" cy="49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schedule()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cancel()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complete()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765750" y="2922270"/>
            <a:ext cx="2428103" cy="1622803"/>
            <a:chOff x="0" y="0"/>
            <a:chExt cx="3237471" cy="216373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37484" cy="2163699"/>
            </a:xfrm>
            <a:custGeom>
              <a:avLst/>
              <a:gdLst/>
              <a:ahLst/>
              <a:cxnLst/>
              <a:rect r="r" b="b" t="t" l="l"/>
              <a:pathLst>
                <a:path h="2163699" w="3237484">
                  <a:moveTo>
                    <a:pt x="0" y="0"/>
                  </a:moveTo>
                  <a:lnTo>
                    <a:pt x="3237484" y="0"/>
                  </a:lnTo>
                  <a:lnTo>
                    <a:pt x="3237484" y="2163699"/>
                  </a:lnTo>
                  <a:lnTo>
                    <a:pt x="0" y="2163699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769313" y="2925823"/>
            <a:ext cx="2420988" cy="268634"/>
            <a:chOff x="0" y="0"/>
            <a:chExt cx="3227984" cy="35817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27959" cy="358140"/>
            </a:xfrm>
            <a:custGeom>
              <a:avLst/>
              <a:gdLst/>
              <a:ahLst/>
              <a:cxnLst/>
              <a:rect r="r" b="b" t="t" l="l"/>
              <a:pathLst>
                <a:path h="358140" w="3227959">
                  <a:moveTo>
                    <a:pt x="0" y="0"/>
                  </a:moveTo>
                  <a:lnTo>
                    <a:pt x="3227959" y="0"/>
                  </a:lnTo>
                  <a:lnTo>
                    <a:pt x="3227959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617" r="0" b="-125627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3227984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Doctor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71846" y="4086701"/>
            <a:ext cx="2415902" cy="8782"/>
            <a:chOff x="0" y="0"/>
            <a:chExt cx="3221203" cy="117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21228" cy="11684"/>
            </a:xfrm>
            <a:custGeom>
              <a:avLst/>
              <a:gdLst/>
              <a:ahLst/>
              <a:cxnLst/>
              <a:rect r="r" b="b" t="t" l="l"/>
              <a:pathLst>
                <a:path h="11684" w="3221228">
                  <a:moveTo>
                    <a:pt x="0" y="0"/>
                  </a:moveTo>
                  <a:lnTo>
                    <a:pt x="3221228" y="0"/>
                  </a:lnTo>
                  <a:lnTo>
                    <a:pt x="3221228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6859705" y="3184931"/>
            <a:ext cx="2162375" cy="88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193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doctorId: int</a:t>
            </a:r>
          </a:p>
          <a:p>
            <a:pPr algn="l">
              <a:lnSpc>
                <a:spcPts val="1432"/>
              </a:lnSpc>
            </a:pPr>
            <a:r>
              <a:rPr lang="en-US" sz="1193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fullName: String</a:t>
            </a:r>
          </a:p>
          <a:p>
            <a:pPr algn="l">
              <a:lnSpc>
                <a:spcPts val="1432"/>
              </a:lnSpc>
            </a:pPr>
            <a:r>
              <a:rPr lang="en-US" sz="1193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specialization: String</a:t>
            </a:r>
          </a:p>
          <a:p>
            <a:pPr algn="l">
              <a:lnSpc>
                <a:spcPts val="1432"/>
              </a:lnSpc>
            </a:pPr>
            <a:r>
              <a:rPr lang="en-US" sz="1193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phone: String</a:t>
            </a:r>
          </a:p>
          <a:p>
            <a:pPr algn="l">
              <a:lnSpc>
                <a:spcPts val="1432"/>
              </a:lnSpc>
            </a:pPr>
            <a:r>
              <a:rPr lang="en-US" sz="1193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email: String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59705" y="4121096"/>
            <a:ext cx="2254844" cy="40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examinePatient()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prescribeMedication()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updateRecord()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286741" y="5155149"/>
            <a:ext cx="2391499" cy="1586198"/>
            <a:chOff x="0" y="0"/>
            <a:chExt cx="3188665" cy="211493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88716" cy="2114931"/>
            </a:xfrm>
            <a:custGeom>
              <a:avLst/>
              <a:gdLst/>
              <a:ahLst/>
              <a:cxnLst/>
              <a:rect r="r" b="b" t="t" l="l"/>
              <a:pathLst>
                <a:path h="2114931" w="3188716">
                  <a:moveTo>
                    <a:pt x="0" y="0"/>
                  </a:moveTo>
                  <a:lnTo>
                    <a:pt x="3188716" y="0"/>
                  </a:lnTo>
                  <a:lnTo>
                    <a:pt x="3188716" y="2114931"/>
                  </a:lnTo>
                  <a:lnTo>
                    <a:pt x="0" y="2114931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290293" y="5158702"/>
            <a:ext cx="2384384" cy="268634"/>
            <a:chOff x="0" y="0"/>
            <a:chExt cx="3179178" cy="35817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179191" cy="358140"/>
            </a:xfrm>
            <a:custGeom>
              <a:avLst/>
              <a:gdLst/>
              <a:ahLst/>
              <a:cxnLst/>
              <a:rect r="r" b="b" t="t" l="l"/>
              <a:pathLst>
                <a:path h="358140" w="3179191">
                  <a:moveTo>
                    <a:pt x="0" y="0"/>
                  </a:moveTo>
                  <a:lnTo>
                    <a:pt x="3179191" y="0"/>
                  </a:lnTo>
                  <a:lnTo>
                    <a:pt x="3179191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61" r="0" b="-122972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179178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Room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92837" y="6211795"/>
            <a:ext cx="2379297" cy="8782"/>
            <a:chOff x="0" y="0"/>
            <a:chExt cx="3172396" cy="117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172460" cy="11684"/>
            </a:xfrm>
            <a:custGeom>
              <a:avLst/>
              <a:gdLst/>
              <a:ahLst/>
              <a:cxnLst/>
              <a:rect r="r" b="b" t="t" l="l"/>
              <a:pathLst>
                <a:path h="11684" w="3172460">
                  <a:moveTo>
                    <a:pt x="0" y="0"/>
                  </a:moveTo>
                  <a:lnTo>
                    <a:pt x="3172460" y="0"/>
                  </a:lnTo>
                  <a:lnTo>
                    <a:pt x="3172460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380686" y="5459206"/>
            <a:ext cx="221823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roomId: int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roomType: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availabilityStatus: bool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dailyRate: double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80686" y="6246200"/>
            <a:ext cx="2218239" cy="4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assignPatient()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releaseRoom()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checkAvailability()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3471339" y="5155149"/>
            <a:ext cx="2391499" cy="1586198"/>
            <a:chOff x="0" y="0"/>
            <a:chExt cx="3188665" cy="211493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88716" cy="2114931"/>
            </a:xfrm>
            <a:custGeom>
              <a:avLst/>
              <a:gdLst/>
              <a:ahLst/>
              <a:cxnLst/>
              <a:rect r="r" b="b" t="t" l="l"/>
              <a:pathLst>
                <a:path h="2114931" w="3188716">
                  <a:moveTo>
                    <a:pt x="0" y="0"/>
                  </a:moveTo>
                  <a:lnTo>
                    <a:pt x="3188716" y="0"/>
                  </a:lnTo>
                  <a:lnTo>
                    <a:pt x="3188716" y="2114931"/>
                  </a:lnTo>
                  <a:lnTo>
                    <a:pt x="0" y="2114931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3474891" y="5158702"/>
            <a:ext cx="2384384" cy="268634"/>
            <a:chOff x="0" y="0"/>
            <a:chExt cx="3179178" cy="35817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179191" cy="358140"/>
            </a:xfrm>
            <a:custGeom>
              <a:avLst/>
              <a:gdLst/>
              <a:ahLst/>
              <a:cxnLst/>
              <a:rect r="r" b="b" t="t" l="l"/>
              <a:pathLst>
                <a:path h="358140" w="3179191">
                  <a:moveTo>
                    <a:pt x="0" y="0"/>
                  </a:moveTo>
                  <a:lnTo>
                    <a:pt x="3179191" y="0"/>
                  </a:lnTo>
                  <a:lnTo>
                    <a:pt x="3179191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61" r="0" b="-122972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179178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Prescription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477435" y="6383846"/>
            <a:ext cx="2379297" cy="8782"/>
            <a:chOff x="0" y="0"/>
            <a:chExt cx="3172396" cy="1170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72460" cy="11684"/>
            </a:xfrm>
            <a:custGeom>
              <a:avLst/>
              <a:gdLst/>
              <a:ahLst/>
              <a:cxnLst/>
              <a:rect r="r" b="b" t="t" l="l"/>
              <a:pathLst>
                <a:path h="11684" w="3172460">
                  <a:moveTo>
                    <a:pt x="0" y="0"/>
                  </a:moveTo>
                  <a:lnTo>
                    <a:pt x="3172460" y="0"/>
                  </a:lnTo>
                  <a:lnTo>
                    <a:pt x="3172460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3565284" y="5459206"/>
            <a:ext cx="221823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prescriptionId: int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medication: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dosage: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instructions: String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issueDate: Date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3565284" y="6418240"/>
            <a:ext cx="2218239" cy="30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addMedication()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validate()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6765750" y="5155149"/>
            <a:ext cx="2428103" cy="1586198"/>
            <a:chOff x="0" y="0"/>
            <a:chExt cx="3237471" cy="21149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37484" cy="2114931"/>
            </a:xfrm>
            <a:custGeom>
              <a:avLst/>
              <a:gdLst/>
              <a:ahLst/>
              <a:cxnLst/>
              <a:rect r="r" b="b" t="t" l="l"/>
              <a:pathLst>
                <a:path h="2114931" w="3237484">
                  <a:moveTo>
                    <a:pt x="0" y="0"/>
                  </a:moveTo>
                  <a:lnTo>
                    <a:pt x="3237484" y="0"/>
                  </a:lnTo>
                  <a:lnTo>
                    <a:pt x="3237484" y="2114931"/>
                  </a:lnTo>
                  <a:lnTo>
                    <a:pt x="0" y="2114931"/>
                  </a:lnTo>
                  <a:close/>
                </a:path>
              </a:pathLst>
            </a:custGeom>
            <a:solidFill>
              <a:srgbClr val="EBF4FC"/>
            </a:solidFill>
            <a:ln w="12202" cap="sq">
              <a:solidFill>
                <a:srgbClr val="1B538C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6769313" y="5158702"/>
            <a:ext cx="2420988" cy="268634"/>
            <a:chOff x="0" y="0"/>
            <a:chExt cx="3227984" cy="35817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227959" cy="358140"/>
            </a:xfrm>
            <a:custGeom>
              <a:avLst/>
              <a:gdLst/>
              <a:ahLst/>
              <a:cxnLst/>
              <a:rect r="r" b="b" t="t" l="l"/>
              <a:pathLst>
                <a:path h="358140" w="3227959">
                  <a:moveTo>
                    <a:pt x="0" y="0"/>
                  </a:moveTo>
                  <a:lnTo>
                    <a:pt x="3227959" y="0"/>
                  </a:lnTo>
                  <a:lnTo>
                    <a:pt x="3227959" y="358140"/>
                  </a:lnTo>
                  <a:lnTo>
                    <a:pt x="0" y="358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617" r="0" b="-125627"/>
              </a:stretch>
            </a:blipFill>
            <a:ln w="5084" cap="sq">
              <a:solidFill>
                <a:srgbClr val="1B538C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3227984" cy="3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8"/>
                </a:lnSpc>
              </a:pPr>
              <a:r>
                <a:rPr lang="en-US" b="true" sz="1040">
                  <a:solidFill>
                    <a:srgbClr val="1423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Invoice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771846" y="6211795"/>
            <a:ext cx="2415902" cy="8782"/>
            <a:chOff x="0" y="0"/>
            <a:chExt cx="3221203" cy="1170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221228" cy="11684"/>
            </a:xfrm>
            <a:custGeom>
              <a:avLst/>
              <a:gdLst/>
              <a:ahLst/>
              <a:cxnLst/>
              <a:rect r="r" b="b" t="t" l="l"/>
              <a:pathLst>
                <a:path h="11684" w="3221228">
                  <a:moveTo>
                    <a:pt x="0" y="0"/>
                  </a:moveTo>
                  <a:lnTo>
                    <a:pt x="3221228" y="0"/>
                  </a:lnTo>
                  <a:lnTo>
                    <a:pt x="3221228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1B538C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6859705" y="5459206"/>
            <a:ext cx="225484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invoiceId: int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invoiceDate: Date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totalAmount: double</a:t>
            </a:r>
          </a:p>
          <a:p>
            <a:pPr algn="l">
              <a:lnSpc>
                <a:spcPts val="1493"/>
              </a:lnSpc>
            </a:pPr>
            <a:r>
              <a:rPr lang="en-US" sz="1244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paymentStatus: String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859705" y="6246200"/>
            <a:ext cx="2254844" cy="4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calculateTotal()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processPayment()</a:t>
            </a:r>
          </a:p>
          <a:p>
            <a:pPr algn="l">
              <a:lnSpc>
                <a:spcPts val="882"/>
              </a:lnSpc>
            </a:pPr>
            <a:r>
              <a:rPr lang="en-US" sz="735" i="true">
                <a:solidFill>
                  <a:srgbClr val="142337"/>
                </a:solidFill>
                <a:latin typeface="Arial Italics"/>
                <a:ea typeface="Arial Italics"/>
                <a:cs typeface="Arial Italics"/>
                <a:sym typeface="Arial Italics"/>
              </a:rPr>
              <a:t>printInvoice()</a:t>
            </a:r>
          </a:p>
        </p:txBody>
      </p:sp>
      <p:sp>
        <p:nvSpPr>
          <p:cNvPr name="AutoShape 85" id="85"/>
          <p:cNvSpPr/>
          <p:nvPr/>
        </p:nvSpPr>
        <p:spPr>
          <a:xfrm rot="55500">
            <a:off x="2665476" y="1496025"/>
            <a:ext cx="818626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48960">
            <a:off x="5850084" y="1496025"/>
            <a:ext cx="928430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5319180">
            <a:off x="1182967" y="2758888"/>
            <a:ext cx="562442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5341920">
            <a:off x="1073172" y="4772139"/>
            <a:ext cx="782031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rot="5302740">
            <a:off x="4415133" y="2733265"/>
            <a:ext cx="467306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rot="48960">
            <a:off x="5850084" y="3728904"/>
            <a:ext cx="928430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rot="-5299620">
            <a:off x="7753464" y="2703976"/>
            <a:ext cx="452666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rot="5324160">
            <a:off x="4349267" y="4863646"/>
            <a:ext cx="599037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rot="5328480">
            <a:off x="7661986" y="4845348"/>
            <a:ext cx="635632" cy="0"/>
          </a:xfrm>
          <a:prstGeom prst="line">
            <a:avLst/>
          </a:prstGeom>
          <a:ln cap="rnd" w="9525">
            <a:solidFill>
              <a:srgbClr val="1B538C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TextBox 94" id="94"/>
          <p:cNvSpPr txBox="true"/>
          <p:nvPr/>
        </p:nvSpPr>
        <p:spPr>
          <a:xfrm rot="0">
            <a:off x="1522752" y="2523515"/>
            <a:ext cx="256232" cy="14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"/>
              </a:lnSpc>
            </a:pPr>
            <a:r>
              <a:rPr lang="en-US" sz="680" b="true">
                <a:solidFill>
                  <a:srgbClr val="142337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DAHYR3K8rgc</dc:identifier>
  <dcterms:modified xsi:type="dcterms:W3CDTF">2011-08-01T06:04:30Z</dcterms:modified>
  <cp:revision>1</cp:revision>
  <dc:title>hospital_management_uml_editable_canva.pptx</dc:title>
</cp:coreProperties>
</file>